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3200400" cy="514807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2560320" cy="5148072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SafeBoard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8BDF8"/>
                </a:solidFill>
              </a:rPr>
              <a:t>안전관리 포털 시스템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BFE"/>
                </a:solidFill>
              </a:rPr>
              <a:t>사용자 설명서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9260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산업안전보건법에 따른 통합 안전관리 솔루션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KTMOS 남부 안전관리팀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목차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9601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시스템 개요 및 로그인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572768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6184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홈 · 공지사항 · 전자게시판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231136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768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안전성평가제 (대시보드)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9504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935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사고보고 · 아차사고 관리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54787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5935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위험성평가 (KRAS)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20624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519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안전점검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94760" y="91440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7947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51960" y="9601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교육업무 관리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94760" y="1572768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16184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보호구 현황 · 안전용품 신청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94760" y="2231136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379476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22768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MSDS 화학물질 검색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94760" y="2889504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379476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2935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근골격계질환 유해요인조사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94760" y="354787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379476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51960" y="35935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폭염 일일 체크리스트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94760" y="420624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379476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51960" y="42519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보건관리자 보고서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60920" y="91440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736092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18120" y="9601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산업안전보건관리비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60920" y="1572768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36092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18120" y="16184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AIS 안전이행률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60920" y="2231136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73609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18120" y="22768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하도급 관리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60920" y="2889504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736092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18120" y="2935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차량관리 · 과태료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60920" y="354787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73609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18120" y="35935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비상대응 훈련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360920" y="420624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736092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818120" y="42519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시스템 관리 (관리자)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시스템 개요 및 로그인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System Overview &amp; Login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01  시스템 개요 및 로그인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SafeBoard는 산업안전보건법 기반 통합 안전관리 포털입니다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🔐 로그인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298094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아이디/비밀번호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로그인 상태 유지 체크박스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최초 로그인 시 비밀번호 변경 강제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5회 실패 시 15분 잠금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987552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🛡️ 권한 체계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21608" y="1261872"/>
            <a:ext cx="325526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admin / manager / user / viewer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부서장(deptHead) 특별 역할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48개 세분화 권한 키 개별 설정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메뉴 표시·등록·업로드·다운로드 분리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9144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987552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🔒 보안 기능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79208" y="1261872"/>
            <a:ext cx="325526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30분 무활동 시 자동 로그아웃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세션 기반 인증 (24시간 TTL)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HTTPS 통신 (배포 시 자동 적용)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보안 감사 로그 전체 기록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33172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4048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👤 사용자 관리 (관리자 전용)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679192"/>
            <a:ext cx="480974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신규 계정 생성 시 임시 비밀번호 + 최초 변경 강제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활성/비활성 전환 가능 (90일 미접속 시 휴면 표시)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역할 프리셋: 일반사용자 / 부서장 / 담당자 3종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비밀번호: 8자 이상, 영문+숫자+특수문자 조합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3317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40487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🔑 비밀번호 정책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2679192"/>
            <a:ext cx="508406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자체 비밀번호 변경: 우측 상단 메뉴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관리자 재설정: 관리자 → 사용자 관리에서 초기화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강도 지표 표시 (약함/보통/강함)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잠금 계정 해제: 관리자 전용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52044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59359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⚠️ 주의 사항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" y="3867912"/>
            <a:ext cx="1029614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시스템 전체 잠금 시 일반 사용자의 등록/수정/삭제 불가 — 관리자가 잠금 해제 후 작업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콘텐츠 소유권: 본인이 등록한 항목만 수정/삭제 가능 (관리자는 모든 항목 접근)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데이터 보호: 모든 파일 업로드 및 API 접근은 로그인 인증 필요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홈 · 공지사항 · 전자게시판 · 안전수칙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Home / Notices / Digital Board / Rules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02  홈 · 공지사항 · 전자게시판 · 안전수칙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사이트 진입 시 첫 화면 및 공지 관련 메뉴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🏠 홈 (/)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로그인 후 메인 화면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오늘 날씨 · PM10 미세먼지 등급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최신 공지사항 요약 카드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부서별 안전점수 현황 미리보기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우측 하단: AI 챗봇 플로팅 버튼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📢 공지사항 (/notices)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공지/안전규정/교육자료/장비/차량/출입 6개 카테고리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파일 첨부 (이미지·PDF·Word 등 다중 파일)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카테고리별 필터링 및 키워드 검색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본인 작성 항목만 수정/삭제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다운로드 권한 별도 관리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99923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📺 전자게시판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(/digital-board)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273552"/>
            <a:ext cx="307238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TV/모니터 표출용 전광판 모드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안전 슬로건·날씨·미세먼지 실시간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배경음악 시간대별 자동 재생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전체 화면 전환 버튼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29260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99923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🛡️ 안전수칙 (/rules)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13048" y="3273552"/>
            <a:ext cx="307238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안전수칙 문서 등록 및 열람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PDF·이미지·Word 파일 업로드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카테고리별 분류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다운로드 권한 설정 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29260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🤖 AI 챗봇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87768" y="3273552"/>
            <a:ext cx="3346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자연어로 교육 등록·점검 등록 요청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최대 10장 첨부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권한에 따라 이용 가능 기능 제한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대화 내역 최근 6개 유지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안전성평가제 (대시보드)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Safety Score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03  안전성평가제 (/safety-scores)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팀별 안전점수를 점수 기준으로 산출·시각화합니다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6547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점수 산출 기준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654710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기본 100점에서 차감/가산 방식으로 자동 계산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사고 발생: -40점 | 교통법규 위반: -1점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아차사고·안전제안 등록: +3점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차량 보유 수·정기점검 이행 여부 반영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막대 차트로 팀별 순위 시각화 (Recharts)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78040" y="9144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987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🏆 팀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87768" y="1261872"/>
            <a:ext cx="334670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팀별 안전점수 카드 목록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차량 수·사고 건수·벌금 직접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CSV/Excel 일괄 업로드 지원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최고·최저 점수 팀 자동 강조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5603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6334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평가항목 관리 (/safety-score-items)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907792"/>
            <a:ext cx="48097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점수 산출에 사용되는 평가항목 직접 설정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가중치·차감값·카테고리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관리자 또는 editSafetyScores 권한 필요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5603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63347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📈 안전관리자 보고서 (/safety-manager-reports)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0408" y="2907792"/>
            <a:ext cx="50840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기간별 안전 활동 현황 통계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점검·교육·사고 건수 집계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 또는 Excel 출력 지원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02336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409651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사용 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" y="4370832"/>
            <a:ext cx="102961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전체 잠금 상태에서는 점수 수정 불가 — 관리자가 잠금 해제 필요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업로드 권한(uploadDashboardData)이 있어야 CSV 일괄 업로드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점수 변동 이력은 보안 감사 로그에서 확인 가능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사고보고 · 아차사고 관리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Accident Reports / Near-Miss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04  사고보고 · 아차사고 관리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사고 발생 시 즉시 등록하고 경위서를 자동 생성합니다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🚨 사고보고서 (/accidents)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사고 유형·원인·심각도·부서·날짜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보고자 정보: 이름·직급·동승자·차량 정보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사고경위·원인분석·재발방지 대책 작성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전자서명 첨부 (canvas 기반)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다중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▶ DOCX 사고경위서 자동 생성 ·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진행 상황(진행중/완료 등) 단계별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⚠️ 아차사고 관리 (/near-miss)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아차사고 유형·위치·부서·날짜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위험 상황 설명 및 재발방지 조치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첨부 지원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전자서명으로 보고자 확인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안전성평가제 점수에 반영 (+3점)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통계 차트로 발생 추이 시각화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08960"/>
            <a:ext cx="5029200" cy="1261872"/>
          </a:xfrm>
          <a:prstGeom prst="roundRect">
            <a:avLst>
              <a:gd name="adj" fmla="val 579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18211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통계 기능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45643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월별·분기별·연간 사고 발생 현황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유형별·원인별 분포 차트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다운로드 권한(downloadAccidentReport) 필요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내보내기 지원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3108960"/>
            <a:ext cx="5303520" cy="1261872"/>
          </a:xfrm>
          <a:prstGeom prst="roundRect">
            <a:avLst>
              <a:gd name="adj" fmla="val 579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318211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✅ 처리 절차 안내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0408" y="3456432"/>
            <a:ext cx="508406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① 사고 발생 즉시 앱에서 보고서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② 사진·서명 첨부 후 저장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③ DOCX 경위서 자동 생성 → 인쇄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④ 관리자가 진행 상태 갱신 및 완료 처리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위험성평가 (KRAS)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Korean Risk Assessment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05  위험성평가 (/risk-assessment)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KRAS 기반 위험요인 평가 및 개선 이행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📝 평가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기간 유형·부서·유해요인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가능성(1~5) × 중대성(1~4) = 위험도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위험등급 자동 산출: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 A등급(≥8) / B등급 / C등급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현황·문제점·관련법규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전 사진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승인 상태: 임시저장→승인대기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→승인완료 / 자동종결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🔧 개선 이행 (A등급)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A등급(고위험) 항목만 개선 프로세스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조치·계획일·완료일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후 가능성·중대성 재평가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후 위험도 자동 재산출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후 사진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상태: 미완료→진행중→완료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부서장: 개선+승인 한번에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✅ 승인 절차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임시저장: 언제든 수정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승인대기: 검토 요청 상태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승인완료: 최종 확정 (수정 잠금)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자동종결: 기간 만료 시 자동 처리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부서장(deptHead): 개선·승인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동시 처리 권한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관리자: 모든 상태 수정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47472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54787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위험도 매트릭스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822192"/>
            <a:ext cx="102961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가능성 5점 × 중대성 4점 = 최대 20점  |  A등급(≥8점): 즉시 개선 필요  |  B등급(4~7점): 계획적 개선  |  C등급(≤3점): 허용 가능 수준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결과 조회(/risk-assessment/results)에서 등급별 현황 및 통계 확인 가능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안전점검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Safety Inspections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06  안전점검 (/inspections)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현장 안전점검 체크리스트 등록 및 사진 기록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점검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점검 날짜·부서·점검자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항목별 체크리스트 (양호/불량/해당없음)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불량 항목 지적 사항 메모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첨부 (uploadInspectionPhotos 권한)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본인 등록 항목만 수정/삭제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📁 점검 이력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날짜·부서별 필터링 검색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점검 완료율 통계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다운로드 (downloadInspectionExcel 권한)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갤러리 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불량 항목 추이 분석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74320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81635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🏗️ 합동안전보건점검 (/joint-inspection) — 하도급 메뉴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090672"/>
            <a:ext cx="102961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원청·하청 합동으로 실시하는 안전보건점검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점검 일자·참석자·지적사항·개선계획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Word 문서 미리보기 및 다운로드 지원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70332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7764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사용 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4050792"/>
            <a:ext cx="48097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현장에서 모바일로 바로 등록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사진은 업로드 후 점검 현황에서 갤러리로 확인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분기별 점검 결과를 Excel로 추출하여 보고 자료 활용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37033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377647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🔐 권한 안내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4050792"/>
            <a:ext cx="50840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editInspections: 등록·수정·삭제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uploadInspectionPhotos: 사진 업로드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downloadInspectionExcel: Excel 내보내기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viewInspections: 열람 전용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교육업무 관리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Education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07  교육업무 관리 (/education-management)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안전교육 계획·실시·일지·서명까지 통합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📚 교육 계획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제목·날짜·부서·강사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참석 대상 인원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자료 파일 다중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유형 (정기/특별/신규입사 등)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registerEducation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✍️ 전자서명 수집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참석자 이름·부서·서명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Canvas 기반 전자서명 패드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서명 완료 목록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서명 로그 관리자 열람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(/admin/signatures)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교육일지 조회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실시 이력 목록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날짜·부서별 필터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참석자 명단 및 서명 확인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(downloadEducationExcel 권한)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editEducationLogs 권한으로 수정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36499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📈 온라인 교육 진도 관리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639312"/>
            <a:ext cx="480974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온라인 교육 플랫폼 연동 진도율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개인별 이수 현황 및 진도 추적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교육 이수 완료 확인서 발급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32918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336499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🤖 AI 챗봇 연동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3639312"/>
            <a:ext cx="508406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'7월 15일 전기안전교육 10명 등록해줘' 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자연어로 교육 일지 등록 요청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registerEducation 권한 보유 시 실행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보호구 현황 · 안전용품 신청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Equipment Status / Safety Supply Requests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08  보호구 현황 · 안전용품 신청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보호구 재고 관리 및 신규 안전용품 구매 요청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🦺 보호구 현황 (/equipment/status)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안전모·안전화·안전조끼 등 품목별 재고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입고·출고·잔량 실시간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부서별 보유 현황 조회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수량 부족 경고 알림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editEquipmentStatus 권한 필요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다운로드 지원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🛒 안전용품 신청 (/equipment)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신규 안전용품 구매 요청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품목명·수량·필요 사유·우선순위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요청 상태: 대기중→검토중→승인/반려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미확인 요청 건수 사이드바 배지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manageEquipmentRequests 권한으로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99923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🧪 안전용품 설문 (/safety-supply-survey)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273552"/>
            <a:ext cx="1029614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현장 작업자 대상 보호구 필요 현황 설문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품목별 만족도 및 추가 필요 수량 응답 수집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결과 집계로 구매 계획 수립에 활용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78224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신청 절차 안내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4352544"/>
            <a:ext cx="102961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① 안전용품 신청 메뉴에서 품목·수량·사유 작성 → ② 관리자/담당자가 검토 후 승인·반려 → ③ 승인 시 보호구 현황에 재고 반영 → ④ 출고 처리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MSDS 화학물질 검색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Material Safety Data Sheet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09  MSDS 화학물질 검색 (/msds)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물질안전보건자료 통합 검색 및 PDF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🔬 화학물질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물질명·CAS번호·카테고리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유해성·보호구(PPE) 정보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응급처치 방법 작성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 파일 첨부 (MSDS 원문)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editMsds 권한 필요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본인 등록 항목만 수정/삭제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🔍 검색 및 조회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물질명·CAS번호·카테고리 키워드 검색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카테고리별 필터링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목록 선택 후 일괄 PDF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 미리보기 다이얼로그 (새 탭 열기)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이미지 파일은 인라인 미리보기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downloadMsdsPdf 권한 필요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09067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📦 카테고리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364992"/>
            <a:ext cx="316382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산업용 화학물질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세정제·용제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도료·접착제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가스류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기타 위험물질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관리자 설정으로 추가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3017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309067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📥 일괄 다운로드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04488" y="3364992"/>
            <a:ext cx="316382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목록에서 여러 항목 체크박스 선택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하단 플로팅 바에서 일괄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각 파일이 순서대로 자동 저장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PDF·이미지 모두 지원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3017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309067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PDF 미리보기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70648" y="3364992"/>
            <a:ext cx="316382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눈 모양 버튼 클릭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브라우저 내 PDF 뷰어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새 탭 열기로 전체 화면 확인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이미지 파일은 img 태그로 표시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근골격계질환 유해요인조사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Musculoskeletal Hazard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10  근골격계질환 유해요인조사 (/musculoskeletal)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작업별 근골격계 유해요인 평가 및 개선계획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📝 조사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부서·작업명·유해요인 항목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위험수준 평가 (낮음/보통/높음/매우높음)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현재 조치 사항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계획 작성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조사 일자·조사자 명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처리 상태 관리 (미처리/처리중/완료)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editMusculoskeletal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현황 조회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부서별·위험수준별 필터링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처리 상태별 분류 조회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개선 이행 현황 추적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조사 결과 통계 차트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공개 서명 링크 생성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(/public/musculoskeletal/:id)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작업자가 직접 서명 가능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29184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36499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법적 근거 및 주기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639312"/>
            <a:ext cx="1029614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산업안전보건법 제39조(작업환경측정), 고용노동부 고시 '근골격계부담작업 유해요인조사 지침'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신규·추가 작업 시 즉시 실시 / 정기조사: 3년마다 실시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조사 결과 5년 이상 보존 의무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현장 작업자 의견 수렴 절차 포함 (공개 링크 서명 기능 활용)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폭염 일일 체크리스트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Heat Wave Daily Checklist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11  폭염 일일 체크리스트 (/heat-wave-checklist)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대구·경북 31개 지역 실시간 폭염 현황 및 일일 점검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🌡️ 3D 지도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대구·경북·울릉도 3D 입체 지도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지역별 체감온도에 따른 색상 변화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(녹색→주황→빨강)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마우스 패닝·휠 줌 지원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지역 클릭 시 상세 정보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실시간 날씨 버튼: Open-Meteo API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반영 데이터 서버 저장 (기기 공유)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일일 체크리스트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31개 폭염 점검 항목 체크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(음수 제공·그늘막·휴식시간 등)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폭염 경보 단계별 점검 기준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담당자 전자서명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체감온도 자동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날짜별 이력 조회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Excel·PDF 출력 지원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폭염 데이터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실시간 날씨 버튼: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31개 지역 동시 수신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CSV 파일 업로드: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기상청 데이터 직접 반영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엑셀 저장 버튼: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현재 지도 데이터 Excel 다운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폭염단계별 색상 강조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대구/경북/울릉도 구분 정렬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4290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1F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50215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🌡️ 폭염 단계 기준  (체감온도 기준)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776472"/>
            <a:ext cx="102961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해당없음 (~31°C 미만)  |  폭염관심 (31°C 이상)  |  폭염주의보 (33°C 이상)  |  폭염경보 (35°C 이상)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3D 지도 색상: 녹색(낮음) → 주황(보통) → 빨강(위험) 단계별 자동 변경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산업안전보건관리비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Safety &amp; Health Management Cost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13  산업안전보건관리비 (/safety-cost-budget)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법정 안전관리비 지출 관리 및 세금계산서 첨부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💰 사용내역 등록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9개 항목별 지출 분류: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안전관리자/시설/보호구/교육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/환경/건강/기술지도/기타 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품목명·규격·수량·단가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수량×단가 자동 계산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구매일자·업체명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견적서·거래명세서 파일 첨부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🤖 AI 자동 추출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견적서/거래명세서 이미지 업로드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GPT-4o Vision AI가 항목 자동 인식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품목명·수량·단가·금액 자동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다중 품목 동시 선택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수정 후 저장 (검토 필수)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오류 시 수동 입력으로 보완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🧾 세금계산서 관리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 세금계산서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이미지·PDF 파일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발행일·공급가·부가세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 탭으로 분류 조회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법정경비 Excel 내보내기: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사용내역+세금계산서 시트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첨부 이미지 임베딩 포함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36499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항목별 요약 및 Excel 다운로드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639312"/>
            <a:ext cx="1029614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9개 항목별 카드+진행바+월별 미니차트로 예산 집행 현황 시각화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/api/safety-cost-records/export — 사용내역 + 세금계산서 시트 + 첨부 이미지 임베딩 Excel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연간 예산 대비 집행률 자동 계산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 필터링으로 기간별 조회 가능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AIS 안전이행률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AIS Safety Compliance Rate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14  AIS 안전이행률 (/ais-safety-rate)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TBM 및 작업허가서 이행률 모니터링 및 자동 보고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📈 이행률 대시보드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전체·허가서·TBM 이행률 핵심지표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운용팀별 TBM 활동 내역 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월별·일자별 이행률 그래프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90%/70% 미만 경고 강조 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이행률 기준 색상 자동 변경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📧 자동 보고 메일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매일 08:40 KST 자동 발송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일일 이행률 현황 HTML 메일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4시트 Excel 리포트 자동 첨부: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①현황 ②세부내역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③부적합(소명포함)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④작업번호별 사진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'일일 보고 메일' 버튼으로 수동 발송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⚠️ 부적합 소명 관리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TBM 부적합 항목 자동 감지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소명 메일 자동 접수 (10분 간격)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이메일에서 사진 자동 추출·등록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담당자가 사유 입력 후 소명 처리: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소명완료/소명불가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'부적합 상태로 되돌리기' 초기화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최대 3장 관리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36499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4시트 Excel 리포트 구성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639312"/>
            <a:ext cx="1029614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①현황 시트: 핵심지표 + 운용팀별 TBM 내역 + 월별/일자별 이행률 표 (데이터바 시각화)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②세부내역 시트: 전체 업로드 기록 누적 목록  |  ③부적합 시트: 부적합 사유 + 소명 내용/상태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④사진 시트: 작업번호별 부적합 사진 최대 3장 임베딩 | 수동 다운로드: '엑셀 리포트 다운로드' 버튼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하도급 관리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Subcontract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15  하도급 관리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작업계획·협의체·합동점검·입회 관리 통합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작업계획 (/work-plan)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316382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파일 업로드 → 자동 포맷팅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ExcelJS 테두리·색·헤더 스타일 적용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이메일 초안 자동 생성 (AI 활용)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시트 요약 자동 추출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처리된 파일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canViewWorkPlan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👥 산업안전보건협의체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(/safety-committee)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316382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협의체 회의록 등록·관리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회의 일자·참석자·안건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Word 문서 미리보기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DOMPurify 보안 새니타이징 적용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canViewSafetyCommittee 권한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9144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9875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🚪 입회 관리 (/attendance)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1261872"/>
            <a:ext cx="316382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외부 작업자 입회 신청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입회 일자·목적·업체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승인/반려 처리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출입 이력 Excel 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canViewAttendance 권한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108960"/>
            <a:ext cx="5029200" cy="1261872"/>
          </a:xfrm>
          <a:prstGeom prst="roundRect">
            <a:avLst>
              <a:gd name="adj" fmla="val 579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18211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🔍 합동안전보건점검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(/joint-inspection)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45643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원청·하청 합동 점검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점검자 명단·지적 사항·개선계획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사진 첨부 및 조치 완료 확인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Word 문서 출력 지원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3108960"/>
            <a:ext cx="5303520" cy="1261872"/>
          </a:xfrm>
          <a:prstGeom prst="roundRect">
            <a:avLst>
              <a:gd name="adj" fmla="val 579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318211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하도급 관리 운영 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3456432"/>
            <a:ext cx="508406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작업 전 작업계획서 업로드 → 이메일 초안 자동 생성 후 발송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 1회 협의체 회의록 등록 권장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입회 신청은 작업 1일 전 등록 원칙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합동점검 결과는 3개월 이력 보관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차량관리 · 과태료 현황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Vehicle Management / Traffic Fines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16  차량관리 · 과태료 현황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법인 차량 연료비 및 교통 과태료 통합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🚗 차량 관리 (/admin/fuel-costs)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차량별 연료 주유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주유일·금액·주유소·주행거리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부서별 차량 배정 현황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 유류비 집계 통계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다운로드 (downloadVehicleExcel)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차량 일지 연동 조회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canViewVehicle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🚦 과태료 현황 (/traffic-fines)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교통법규 위반 과태료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위반일·부서·차량번호·위반유형 입력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위반 장소·발부일·납부기한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납부 상태: 미납 / 납부완료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 고지서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안전성평가 점수 자동 연동 (-1점)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canViewTrafficFines 권한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0896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18211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💡 과태료 처리 절차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456432"/>
            <a:ext cx="102961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① 과태료 통보서 수령 → ② 시스템에 위반 내역 등록 + PDF 첨부 → ③ 납부 완료 후 상태 '납부완료'로 변경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→ ④ 안전성평가 점수 자동 차감 (-1점) 반영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14223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🚌 차량일지 관리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4416552"/>
            <a:ext cx="480974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차량별 운행 일지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출발지·목적지·주행거리·목적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Excel 다운로드 (downloadVehicleLogExcel)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406908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4142232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통계 활용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4416552"/>
            <a:ext cx="5084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월별 유류비 추이 분석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과태료 발생 빈도·부서별 분포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연간 차량 운영 비용 집계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비상대응 훈련 · 보건관리자 보고서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Drill Training / Health Manager Reports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17  비상대응 훈련 · 보건관리자 보고서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훈련 시나리오 관리 및 보건 통계 보고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4901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🚨 비상대응 훈련 (/drill-training)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49011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화재·지진·화학물질 등 훈련 시나리오 등록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훈련 일정·참가자·훈련 결과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시나리오 HTML 콘텐츠 작성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(DOMPurify 보안 새니타이징 적용)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훈련 사진 첨부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canViewDrillTraining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98755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🩺 보건관리자 보고서 (/health-manager-reports)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41848" y="1261872"/>
            <a:ext cx="49926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건강 이상 현황·질병 통계 보고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작업환경 측정 결과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건강검진 이행 현황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보건 교육 실시 현황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canViewHealthManagerReports 권한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PDF·Excel 출력 지원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99923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📋 훈련 주기 권장 사항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3273552"/>
            <a:ext cx="102961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화재 대피훈련: 연 2회 이상 (소방시설법)  |  화학물질 대응훈련: 연 1회 이상  |  지진 대응: 연 1회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훈련 실시 후 반드시 결과 기록 및 개선사항 도출 → 시스템 등록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0972800" cy="10332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FDBFE"/>
                </a:solidFill>
              </a:rPr>
              <a:t>18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시스템 관리 (관리자 전용)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System Administration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749808"/>
            <a:ext cx="10863072" cy="365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10972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SafeBoard 안전관리 포털 사용 설명서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892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KTMOS남부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18  시스템 관리 — 관리자 전용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사용자·보안·로그·데이터 관리 전반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👥 사용자 관리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(/admin/users)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61872"/>
            <a:ext cx="22494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계정 생성·수정·삭제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역할 및 48개 권한 설정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프리셋 일괄 적용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활성/비활성 전환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잠금 계정 해제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비밀번호 초기화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9144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🔍 보안 감사 로그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(/admin/security)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0088" y="1261872"/>
            <a:ext cx="22494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로그인/로그아웃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등록·수정·삭제 이력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파일 업로드·다운로드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권한 변경 이력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IP·User-Agent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기간별 필터 조회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9144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📡 API 호출 내역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(/admin/api-logs)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41848" y="1261872"/>
            <a:ext cx="224942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전체 API 요청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응답 코드·처리 시간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사용자별 호출 패턴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오류 요청 필터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성능 모니터링 활용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91440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98755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🎵 음악·기타 관리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39328" y="1261872"/>
            <a:ext cx="229514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전자게시판 배경음악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업로드·스케줄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서명 관리 로그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데이터 백업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음주운전 카드뉴스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 콘텐츠 관리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42900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502152"/>
            <a:ext cx="10296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🛠️ 관리자 주요 업무 흐름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" y="3776472"/>
            <a:ext cx="1029614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신규 직원 입사: 계정 생성 → 역할·권한 설정 → 임시 비밀번호 부여 (최초 로그인 시 변경 강제)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퇴직 처리: 계정 비활성화 (삭제 권장하지 않음, 이력 보존)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잠금 해제: 보안 감사 로그에서 잠금 사유 확인 후 해제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데이터 이상 발생: API 호출 내역 + 보안 로그 교차 분석 → 원인 특정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3200400" cy="514807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2560320" cy="5148072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감사합니다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SafeBoard 안전관리 포털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27432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문의 및 지원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시스템 문의: 안전관리팀 담당자에게 문의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권한 신청: 관리자에게 요청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오류 발생 시: 화면 캡처 후 담당자 공유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KTMOS 남부 안전관리팀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2026-07-20T05:02:38Z</dcterms:created>
  <dcterms:modified xsi:type="dcterms:W3CDTF">2026-07-20T05:02:38Z</dcterms:modified>
</cp:coreProperties>
</file>